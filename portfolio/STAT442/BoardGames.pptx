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82B4"/>
    <a:srgbClr val="3CB371"/>
    <a:srgbClr val="FF6347"/>
    <a:srgbClr val="228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F26B-985F-D2DC-EBAF-659FF6676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EE75C7-CDD0-62DB-5A4D-7338D70E2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53D56-564F-B739-8CAE-17E10241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91479-2BAA-9EC2-A5D5-5E4B6316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06F0A-DCA7-F30C-4D4E-C4331CD8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57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DA0A-1CAA-84D1-4F15-DFB3D02C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C7595-5007-A6F0-B4BB-438C766A8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DA828-DE74-E7B8-E04A-D738F1064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1EDFF-1773-479C-B0D1-B769A9CB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43238-A8A2-7836-037C-71BA640C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9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E3960-B5B3-D7C2-8D3A-44AF3E77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7601-7BF5-0EDD-16AE-45FD61591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4FC09-37DB-4F42-A457-A3779309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E97F3-BB32-D790-EBAB-2223ECC7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861E5-A087-A467-96B1-6628BD12F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49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6CDCD-1F5D-043B-509D-87B46035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4329C-81CB-33C8-F14C-C429A5705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09FA8-9291-489E-2D11-BF95497482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5D2EA-5ADA-AC46-A161-EC68788ED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2854A9-2C88-073E-39A2-D6C568516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A76CA-A7A9-5111-A26A-21866175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2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9022-39B1-F9F6-04BA-6046C973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629C1-4061-52E5-8C8E-4AEED9CFA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A63F4-4FB7-2FD6-7E82-4FEC26578A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84B25-D2EB-3CA0-8B49-8E997DCD9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717A3-AFB7-D993-139E-E3D6BF007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B2EC1B-99AE-D797-A47D-72AB3FEB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37AA1-4F8A-CF16-A926-610A1017C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6831D-0742-E7E2-5DFD-86385A67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4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E7AA-2A89-23D6-DC8E-E0B64CC0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35BE8-0627-9EE5-8481-22C9E7211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C8897-AC18-6232-82F9-466A520C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A1B7E-E16A-0A01-C03B-2047C4AC1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3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390B6A-C016-7E79-4F50-C94687A04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64BE24-349B-3FBB-AA69-0BB17BEB3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929B53-169C-6042-9EAF-48B1D966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7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3FCF-A169-2932-27DC-3EEC5366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5DD4A-D7CD-FC0F-FFED-1112C6802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ACDEC-181F-C98A-FF90-5956A1DD4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02602-F8B7-219D-13CA-BDBE4208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8A3DC-9C5A-D67D-71EB-A25998E8F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F8475-B01D-C42F-7477-62D30B7E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66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BF00C-369F-408A-6970-605643D13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D881A-6402-75C6-95A0-9CB08FC05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74F8-5C82-4CE5-9EBB-E45042A155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6D5E2-AEA2-D6F8-1DFA-84BF6DD4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24157-4A04-A10D-2184-DD572285B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ACA33-5E72-3BD9-8F34-899D9462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09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DC1B0-81AB-56AA-9301-A9CE6517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45655-B862-368C-CE49-29CCBFE0A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76EE-8B0E-1A09-0F40-24F7CAF1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01E9F-3ADA-3078-32B1-B3F5226D6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F6EBB-E805-4086-C065-50A161C3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37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5AB115-4C26-AEA7-0835-853E6BBD0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0A81A-9B29-34B7-057F-9D7EB67E0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89859-CE1A-64B4-AD5E-272E8CCC5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471D1-6AC5-35E3-8AEE-2A1C1FFC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52EE1-45E2-9073-D712-F4C2191D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5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B12D5E-FE73-7AAA-88BC-27BAE97CA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4030F-8122-EE38-81FE-80F1AAC05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C857A-72DE-FF1E-3256-CD32E3B40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6C99A-D8DC-4E44-9C26-1A413C8DD979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71120-6BCA-6A2A-735B-07B96E4E1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41327-8BC0-2E49-550D-8C37E2063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FEFDC-DBDC-4673-BD2C-A381735F24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4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eg"/><Relationship Id="rId18" Type="http://schemas.openxmlformats.org/officeDocument/2006/relationships/image" Target="../media/image16.jpeg"/><Relationship Id="rId3" Type="http://schemas.openxmlformats.org/officeDocument/2006/relationships/hyperlink" Target="https://www.kaggle.com/datasets/andrewmvd/board-games?resource=download" TargetMode="External"/><Relationship Id="rId21" Type="http://schemas.openxmlformats.org/officeDocument/2006/relationships/image" Target="../media/image19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17" Type="http://schemas.openxmlformats.org/officeDocument/2006/relationships/image" Target="../media/image15.jpe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5" Type="http://schemas.openxmlformats.org/officeDocument/2006/relationships/image" Target="../media/image13.jpeg"/><Relationship Id="rId23" Type="http://schemas.openxmlformats.org/officeDocument/2006/relationships/image" Target="../media/image21.jpeg"/><Relationship Id="rId10" Type="http://schemas.openxmlformats.org/officeDocument/2006/relationships/image" Target="../media/image8.jpeg"/><Relationship Id="rId19" Type="http://schemas.openxmlformats.org/officeDocument/2006/relationships/image" Target="../media/image17.jpeg"/><Relationship Id="rId4" Type="http://schemas.openxmlformats.org/officeDocument/2006/relationships/image" Target="../media/image2.jpeg"/><Relationship Id="rId9" Type="http://schemas.openxmlformats.org/officeDocument/2006/relationships/image" Target="../media/image7.png"/><Relationship Id="rId14" Type="http://schemas.openxmlformats.org/officeDocument/2006/relationships/image" Target="../media/image12.jpeg"/><Relationship Id="rId22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93B1F-F20D-AF23-379E-A43DA607F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B2D415A3-5B4C-EEA0-76AC-27F31224E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664" y="0"/>
            <a:ext cx="12192000" cy="6858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35697F-7D05-954B-E546-91A03F72FDBB}"/>
              </a:ext>
            </a:extLst>
          </p:cNvPr>
          <p:cNvCxnSpPr>
            <a:cxnSpLocks/>
          </p:cNvCxnSpPr>
          <p:nvPr/>
        </p:nvCxnSpPr>
        <p:spPr>
          <a:xfrm flipV="1">
            <a:off x="560439" y="140218"/>
            <a:ext cx="11454585" cy="4746414"/>
          </a:xfrm>
          <a:prstGeom prst="line">
            <a:avLst/>
          </a:prstGeom>
          <a:ln w="76200">
            <a:solidFill>
              <a:schemeClr val="bg1">
                <a:alpha val="69804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541B6BC-D7CB-2AE2-AB7F-1675E9112ADF}"/>
              </a:ext>
            </a:extLst>
          </p:cNvPr>
          <p:cNvSpPr txBox="1"/>
          <p:nvPr/>
        </p:nvSpPr>
        <p:spPr>
          <a:xfrm>
            <a:off x="9193161" y="6550223"/>
            <a:ext cx="3152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4682B4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Board Game Geek Data 2021</a:t>
            </a:r>
            <a:endParaRPr lang="en-US" sz="1400" dirty="0">
              <a:solidFill>
                <a:srgbClr val="4682B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4475B4-60B6-62D8-6A30-A3D41B99E1D4}"/>
              </a:ext>
            </a:extLst>
          </p:cNvPr>
          <p:cNvSpPr txBox="1"/>
          <p:nvPr/>
        </p:nvSpPr>
        <p:spPr>
          <a:xfrm>
            <a:off x="8947354" y="4533712"/>
            <a:ext cx="33528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Play More</a:t>
            </a:r>
          </a:p>
          <a:p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Complex Board Games</a:t>
            </a:r>
          </a:p>
        </p:txBody>
      </p:sp>
      <p:pic>
        <p:nvPicPr>
          <p:cNvPr id="1026" name="Picture 2" descr="Twilight Imperium: Fourth Edition ...">
            <a:extLst>
              <a:ext uri="{FF2B5EF4-FFF2-40B4-BE49-F238E27FC236}">
                <a16:creationId xmlns:a16="http://schemas.microsoft.com/office/drawing/2014/main" id="{D5AD20A5-7751-F6F9-1125-F4E30D787D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0850" y="140218"/>
            <a:ext cx="1828364" cy="96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You are wrong about... Codenames ...">
            <a:extLst>
              <a:ext uri="{FF2B5EF4-FFF2-40B4-BE49-F238E27FC236}">
                <a16:creationId xmlns:a16="http://schemas.microsoft.com/office/drawing/2014/main" id="{5243553F-F8DE-1066-E24D-FC82D8AAC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808" y="1154383"/>
            <a:ext cx="836907" cy="1203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onopoly Cover Artwork">
            <a:extLst>
              <a:ext uri="{FF2B5EF4-FFF2-40B4-BE49-F238E27FC236}">
                <a16:creationId xmlns:a16="http://schemas.microsoft.com/office/drawing/2014/main" id="{3D17104E-F3CF-1E8B-5B28-3618F2678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867" y="5386327"/>
            <a:ext cx="1225269" cy="836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The Game of Life Cover Artwork">
            <a:extLst>
              <a:ext uri="{FF2B5EF4-FFF2-40B4-BE49-F238E27FC236}">
                <a16:creationId xmlns:a16="http://schemas.microsoft.com/office/drawing/2014/main" id="{DDFA21CE-E280-AFCB-2E19-F569D44D0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57" y="5454478"/>
            <a:ext cx="1271167" cy="857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lue Cover Artwork">
            <a:extLst>
              <a:ext uri="{FF2B5EF4-FFF2-40B4-BE49-F238E27FC236}">
                <a16:creationId xmlns:a16="http://schemas.microsoft.com/office/drawing/2014/main" id="{119B6C5C-B6CB-03A8-3DF4-08E43D87B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195" y="4106838"/>
            <a:ext cx="1400147" cy="85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rcassonne Cover Artwork">
            <a:extLst>
              <a:ext uri="{FF2B5EF4-FFF2-40B4-BE49-F238E27FC236}">
                <a16:creationId xmlns:a16="http://schemas.microsoft.com/office/drawing/2014/main" id="{192F12FD-8287-C34A-EA2C-D0A51D7CA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283" y="1756984"/>
            <a:ext cx="737084" cy="103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andemic Cover Artwork">
            <a:extLst>
              <a:ext uri="{FF2B5EF4-FFF2-40B4-BE49-F238E27FC236}">
                <a16:creationId xmlns:a16="http://schemas.microsoft.com/office/drawing/2014/main" id="{78076829-F482-5F21-477F-99FEB81B4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653" y="1398867"/>
            <a:ext cx="822940" cy="1127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Terraforming Mars Cover Artwork">
            <a:extLst>
              <a:ext uri="{FF2B5EF4-FFF2-40B4-BE49-F238E27FC236}">
                <a16:creationId xmlns:a16="http://schemas.microsoft.com/office/drawing/2014/main" id="{EC6994FC-C43C-0D2D-9DD1-191545DE8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788" y="423800"/>
            <a:ext cx="942368" cy="938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TAN | Board Game | BoardGameGeek">
            <a:extLst>
              <a:ext uri="{FF2B5EF4-FFF2-40B4-BE49-F238E27FC236}">
                <a16:creationId xmlns:a16="http://schemas.microsoft.com/office/drawing/2014/main" id="{952E7EA3-58CB-0F49-E4E5-6EF5BC1FC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507" y="2424255"/>
            <a:ext cx="1038147" cy="103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icket to Ride Cover Artwork">
            <a:extLst>
              <a:ext uri="{FF2B5EF4-FFF2-40B4-BE49-F238E27FC236}">
                <a16:creationId xmlns:a16="http://schemas.microsoft.com/office/drawing/2014/main" id="{C6D241D1-EE05-7607-473A-48222637B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656" y="1810137"/>
            <a:ext cx="907480" cy="907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bidden Island Cover Artwork">
            <a:extLst>
              <a:ext uri="{FF2B5EF4-FFF2-40B4-BE49-F238E27FC236}">
                <a16:creationId xmlns:a16="http://schemas.microsoft.com/office/drawing/2014/main" id="{AB28FAEC-A479-3057-A225-46E96BE17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194" y="2751162"/>
            <a:ext cx="836771" cy="115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isk Cover Artwork">
            <a:extLst>
              <a:ext uri="{FF2B5EF4-FFF2-40B4-BE49-F238E27FC236}">
                <a16:creationId xmlns:a16="http://schemas.microsoft.com/office/drawing/2014/main" id="{C3516C12-CA74-7347-D0BC-37426A037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342" y="4298678"/>
            <a:ext cx="1181909" cy="79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4" descr="Azul Cover Artwork">
            <a:extLst>
              <a:ext uri="{FF2B5EF4-FFF2-40B4-BE49-F238E27FC236}">
                <a16:creationId xmlns:a16="http://schemas.microsoft.com/office/drawing/2014/main" id="{58F8C46F-8D83-6287-63C7-3B3ED979E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001" y="1018133"/>
            <a:ext cx="792004" cy="79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6" descr="Scrabble Cover Artwork">
            <a:extLst>
              <a:ext uri="{FF2B5EF4-FFF2-40B4-BE49-F238E27FC236}">
                <a16:creationId xmlns:a16="http://schemas.microsoft.com/office/drawing/2014/main" id="{544F487F-33DC-17D9-FBEA-BFAA0534B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038" y="3492033"/>
            <a:ext cx="851651" cy="806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8" descr="7 Wonders Cover Artwork">
            <a:extLst>
              <a:ext uri="{FF2B5EF4-FFF2-40B4-BE49-F238E27FC236}">
                <a16:creationId xmlns:a16="http://schemas.microsoft.com/office/drawing/2014/main" id="{78C6D312-205E-E3E0-DEFB-1B1D873A0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071" y="1313440"/>
            <a:ext cx="938923" cy="93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ingspan Cover Artwork">
            <a:extLst>
              <a:ext uri="{FF2B5EF4-FFF2-40B4-BE49-F238E27FC236}">
                <a16:creationId xmlns:a16="http://schemas.microsoft.com/office/drawing/2014/main" id="{1EA82A8A-7710-A871-65CC-2BAD53A0E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955" y="943718"/>
            <a:ext cx="938923" cy="938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0" descr="Nemesis Cover Artwork">
            <a:extLst>
              <a:ext uri="{FF2B5EF4-FFF2-40B4-BE49-F238E27FC236}">
                <a16:creationId xmlns:a16="http://schemas.microsoft.com/office/drawing/2014/main" id="{A6ECFF0E-226E-DE73-090A-E2277C369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3167" y="485690"/>
            <a:ext cx="832254" cy="82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32" descr="Root | Board Game | BoardGameGeek">
            <a:extLst>
              <a:ext uri="{FF2B5EF4-FFF2-40B4-BE49-F238E27FC236}">
                <a16:creationId xmlns:a16="http://schemas.microsoft.com/office/drawing/2014/main" id="{56070F52-F1C7-272A-1BF3-C2F9441B1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062" y="1311178"/>
            <a:ext cx="1458111" cy="76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Scythe Cover Artwork">
            <a:extLst>
              <a:ext uri="{FF2B5EF4-FFF2-40B4-BE49-F238E27FC236}">
                <a16:creationId xmlns:a16="http://schemas.microsoft.com/office/drawing/2014/main" id="{99FCE570-09B1-F10E-5F9A-0EC45778E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401" y="1080488"/>
            <a:ext cx="1145578" cy="847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4" name="Picture 36" descr="Dune: Imperium Cover Artwork">
            <a:extLst>
              <a:ext uri="{FF2B5EF4-FFF2-40B4-BE49-F238E27FC236}">
                <a16:creationId xmlns:a16="http://schemas.microsoft.com/office/drawing/2014/main" id="{76E839D4-5132-7C8A-0198-57E3AEBE7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663" y="417170"/>
            <a:ext cx="942369" cy="94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1726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B31FB607BD04AA48020AA7E236317" ma:contentTypeVersion="15" ma:contentTypeDescription="Create a new document." ma:contentTypeScope="" ma:versionID="d235dca11a475c70e0ce40fda65046fb">
  <xsd:schema xmlns:xsd="http://www.w3.org/2001/XMLSchema" xmlns:xs="http://www.w3.org/2001/XMLSchema" xmlns:p="http://schemas.microsoft.com/office/2006/metadata/properties" xmlns:ns3="93601bd2-394a-4192-a559-6778c06c2033" xmlns:ns4="2461dd7c-9dc2-47bc-a3ea-b94802b0e6ec" targetNamespace="http://schemas.microsoft.com/office/2006/metadata/properties" ma:root="true" ma:fieldsID="db32a8785459a368e1a70a90d3232b2a" ns3:_="" ns4:_="">
    <xsd:import namespace="93601bd2-394a-4192-a559-6778c06c2033"/>
    <xsd:import namespace="2461dd7c-9dc2-47bc-a3ea-b94802b0e6e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601bd2-394a-4192-a559-6778c06c20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61dd7c-9dc2-47bc-a3ea-b94802b0e6e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601bd2-394a-4192-a559-6778c06c203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40C955-0B63-4021-8DBA-298027D98C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601bd2-394a-4192-a559-6778c06c2033"/>
    <ds:schemaRef ds:uri="2461dd7c-9dc2-47bc-a3ea-b94802b0e6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8CDE13-8DFD-4EEA-9A39-AED2829708D0}">
  <ds:schemaRefs>
    <ds:schemaRef ds:uri="2461dd7c-9dc2-47bc-a3ea-b94802b0e6ec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93601bd2-394a-4192-a559-6778c06c2033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C07D3A4-D1BA-4619-A9A2-4962C2D0A5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Georgia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Maher, Kyle  - SDSU Student</dc:creator>
  <cp:lastModifiedBy>Maher, Kyle  - SDSU Student</cp:lastModifiedBy>
  <cp:revision>7</cp:revision>
  <dcterms:created xsi:type="dcterms:W3CDTF">2025-10-12T18:42:06Z</dcterms:created>
  <dcterms:modified xsi:type="dcterms:W3CDTF">2025-10-20T21:53:38Z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0x010100F3EB31FB607BD04AA48020AA7E236317</vt:lpwstr>
  </property>
</Properties>
</file>